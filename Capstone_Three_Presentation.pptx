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F8A70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CNN (scratch)</c:v>
                  </c:pt>
                  <c:pt idx="2">
                    <c:v>Transfer Learning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0.535</c:v>
                </c:pt>
                <c:pt idx="1">
                  <c:v>0.813</c:v>
                </c:pt>
                <c:pt idx="2">
                  <c:v>0.901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E8833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CNN (scratch)</c:v>
                  </c:pt>
                  <c:pt idx="2">
                    <c:v>Transfer Learning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0.524</c:v>
                </c:pt>
                <c:pt idx="1">
                  <c:v>0.814</c:v>
                </c:pt>
                <c:pt idx="2">
                  <c:v>0.903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A4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Scene Classification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7C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classical ML, a from-scratch CNN, and transfer learning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7C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automated photo scene tagging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Three  •  Data Science Career Track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model automatically tell what kind of scene a photo shows — without a human tagging it?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488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21488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21488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21488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1488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Glacier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21488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1488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6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Mountain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21040" y="21488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1488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241280" y="21488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0" y="21488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target classes — Intel Image Classification dataset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8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~17,000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 photographs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0" y="41148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8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11,928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297680" y="4709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images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55280" y="41148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8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955280" y="4709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test images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8064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photo apps, mapping platforms, and content moderation all need to auto-tag scenes at scale — manual tagging doesn't.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Models, Increasing Complexity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jump to the fanciest technique, we measured what each step actually adds.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8891A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ML baseline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hand-engineered features: color averages, brightness, contrast, edge density, blue-hue fraction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28600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E8833A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29260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from Scratch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33832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its own 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379476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 network trained directly on raw, normalized pixels — no manual feature engineering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20116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228600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F8A7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12480" y="29260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12480" y="33832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 + ImageNet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379476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backbone pretrained on 1.4M ImageNet images, with a new classifier head trained on top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806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trained on the same split; best validation performer evaluated once on the untouched test set.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Wins, By a Wide Margin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73152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8229600" y="15544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8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90.1%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2960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validation accuracy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229600" y="31546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+8.8 pts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229600" y="37033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over from-scratch CNN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0" y="47548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+36.6 pts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0" y="5303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over Random Forest baseline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Model Struggles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test set: 90.6% accuracy • 0.909 macro F1</a:t>
            </a:r>
            <a:endParaRPr lang="en-US" sz="1500" dirty="0"/>
          </a:p>
        </p:txBody>
      </p:sp>
      <p:pic>
        <p:nvPicPr>
          <p:cNvPr id="4" name="Image 0" descr="/home/claude/final_docs/assets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5864869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62149" y="1737360"/>
            <a:ext cx="4010651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36469" y="1920240"/>
            <a:ext cx="34620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confusion: glacier ↔ mountain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236469" y="2331720"/>
            <a:ext cx="3462011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glacier images predicted as mountain; 83 mountain images predicted as glacier. Both share rocky, snow-covered color palettes and composition — a mistake a person could plausibly make too.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62149" y="4069080"/>
            <a:ext cx="4010651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36469" y="4251960"/>
            <a:ext cx="34620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classes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36469" y="4617720"/>
            <a:ext cx="3462011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Forest: 99% F1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Sea: 94% F1  •  Street: 93% F1  •  Buildings: 92% F1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mix-up: buildings ↔ street (urban color/structure overlap)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640080" cy="640080"/>
          </a:xfrm>
          <a:prstGeom prst="roundRect">
            <a:avLst>
              <a:gd name="adj" fmla="val 71429"/>
            </a:avLst>
          </a:prstGeom>
          <a:solidFill>
            <a:srgbClr val="1F8A7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08760" y="15544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transfer-learning model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08760" y="19659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7C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90.6% test accuracy is strong enough to meaningfully cut manual tagging effort, and the frozen MobileNetV2 backbone is light enough to run at scale or on-device.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640080" cy="640080"/>
          </a:xfrm>
          <a:prstGeom prst="roundRect">
            <a:avLst>
              <a:gd name="adj" fmla="val 71429"/>
            </a:avLst>
          </a:prstGeom>
          <a:solidFill>
            <a:srgbClr val="1F8A7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08760" y="30175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glacier/mountain data collection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34290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7C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single confusion accounts for the large majority of remaining errors. A focused data effort there beats collecting more data uniformly across all six classes.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526280"/>
            <a:ext cx="640080" cy="640080"/>
          </a:xfrm>
          <a:prstGeom prst="roundRect">
            <a:avLst>
              <a:gd name="adj" fmla="val 71429"/>
            </a:avLst>
          </a:prstGeom>
          <a:solidFill>
            <a:srgbClr val="1F8A7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526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08760" y="44805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confidence-based human review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4892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7C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low-confidence predictions on the glacier/mountain boundary for review — catching most likely errors without reviewing every prediction.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2636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research: fine-tuning the backbone, data augmentation, alternative pretrained architectures, and image-level error analysis.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2026-08-21T03:55:38Z</dcterms:created>
  <dcterms:modified xsi:type="dcterms:W3CDTF">2026-08-21T03:55:38Z</dcterms:modified>
</cp:coreProperties>
</file>